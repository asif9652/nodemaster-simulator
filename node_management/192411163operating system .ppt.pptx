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87" r:id="rId5"/>
    <p:sldId id="288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1" autoAdjust="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037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 jeevan" userId="f84a757e601e7bb6" providerId="LiveId" clId="{44F76234-A4EC-41AC-96D6-46B3F23BF1AE}"/>
    <pc:docChg chg="delSld">
      <pc:chgData name="anna jeevan" userId="f84a757e601e7bb6" providerId="LiveId" clId="{44F76234-A4EC-41AC-96D6-46B3F23BF1AE}" dt="2026-03-06T05:25:46.196" v="2" actId="2696"/>
      <pc:docMkLst>
        <pc:docMk/>
      </pc:docMkLst>
      <pc:sldChg chg="del">
        <pc:chgData name="anna jeevan" userId="f84a757e601e7bb6" providerId="LiveId" clId="{44F76234-A4EC-41AC-96D6-46B3F23BF1AE}" dt="2026-03-06T05:25:44.399" v="1" actId="2696"/>
        <pc:sldMkLst>
          <pc:docMk/>
          <pc:sldMk cId="0" sldId="264"/>
        </pc:sldMkLst>
      </pc:sldChg>
      <pc:sldChg chg="del">
        <pc:chgData name="anna jeevan" userId="f84a757e601e7bb6" providerId="LiveId" clId="{44F76234-A4EC-41AC-96D6-46B3F23BF1AE}" dt="2026-03-06T05:25:46.196" v="2" actId="2696"/>
        <pc:sldMkLst>
          <pc:docMk/>
          <pc:sldMk cId="0" sldId="265"/>
        </pc:sldMkLst>
      </pc:sldChg>
      <pc:sldChg chg="del">
        <pc:chgData name="anna jeevan" userId="f84a757e601e7bb6" providerId="LiveId" clId="{44F76234-A4EC-41AC-96D6-46B3F23BF1AE}" dt="2026-03-06T05:25:40.273" v="0" actId="2696"/>
        <pc:sldMkLst>
          <pc:docMk/>
          <pc:sldMk cId="338699828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A924D-AE0E-4648-93FE-8861FAB09D19}" type="datetimeFigureOut">
              <a:rPr lang="en-IN" smtClean="0"/>
              <a:t>2026-03-06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3235F-500E-4143-B817-04756DF4AB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37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3235F-500E-4143-B817-04756DF4AB6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31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A3235F-500E-4143-B817-04756DF4AB6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4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98;p13">
            <a:extLst>
              <a:ext uri="{FF2B5EF4-FFF2-40B4-BE49-F238E27FC236}">
                <a16:creationId xmlns:a16="http://schemas.microsoft.com/office/drawing/2014/main" id="{17ADC189-A3AC-2B0B-375F-E98FFDBB94A1}"/>
              </a:ext>
            </a:extLst>
          </p:cNvPr>
          <p:cNvSpPr txBox="1"/>
          <p:nvPr/>
        </p:nvSpPr>
        <p:spPr>
          <a:xfrm>
            <a:off x="1485781" y="2149023"/>
            <a:ext cx="8942070" cy="153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/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Migration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Distributed Operating Systems</a:t>
            </a:r>
          </a:p>
          <a:p>
            <a:pPr marL="365125" lvl="1" defTabSz="461963">
              <a:spcBef>
                <a:spcPts val="550"/>
              </a:spcBef>
            </a:pPr>
            <a:r>
              <a:rPr lang="en-US" sz="3200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CSA-</a:t>
            </a:r>
            <a:r>
              <a:rPr lang="en-IN" sz="3200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0437</a:t>
            </a:r>
            <a:r>
              <a:rPr lang="en-US" sz="3200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-</a:t>
            </a:r>
            <a:r>
              <a:rPr lang="en-IN" sz="3200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Operating Systems for virtual machine</a:t>
            </a:r>
            <a:endParaRPr lang="en-US" sz="3200" dirty="0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algn="ctr"/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17E0A1B0-DFA4-A1DE-646E-2789865EA93B}"/>
              </a:ext>
            </a:extLst>
          </p:cNvPr>
          <p:cNvSpPr txBox="1"/>
          <p:nvPr/>
        </p:nvSpPr>
        <p:spPr>
          <a:xfrm>
            <a:off x="7571671" y="4729232"/>
            <a:ext cx="4035830" cy="22275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65125" lvl="1">
              <a:spcBef>
                <a:spcPts val="550"/>
              </a:spcBef>
            </a:pPr>
            <a:r>
              <a:rPr lang="en-US" sz="2000" b="1" dirty="0">
                <a:solidFill>
                  <a:srgbClr val="00B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Presented by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 err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R.Asif</a:t>
            </a:r>
            <a:r>
              <a:rPr lang="en-US" sz="2000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(192411163)</a:t>
            </a:r>
          </a:p>
          <a:p>
            <a:pPr marL="365125" lvl="1">
              <a:spcBef>
                <a:spcPts val="550"/>
              </a:spcBef>
            </a:pPr>
            <a:r>
              <a:rPr lang="en-US" sz="2000" dirty="0" err="1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Ch.Venkata</a:t>
            </a:r>
            <a:r>
              <a:rPr lang="en-US" sz="2000" dirty="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 Karthik (192411209)</a:t>
            </a:r>
          </a:p>
        </p:txBody>
      </p:sp>
      <p:sp>
        <p:nvSpPr>
          <p:cNvPr id="14" name="Text Box 1">
            <a:extLst>
              <a:ext uri="{FF2B5EF4-FFF2-40B4-BE49-F238E27FC236}">
                <a16:creationId xmlns:a16="http://schemas.microsoft.com/office/drawing/2014/main" id="{E7BFB3CE-29ED-18B8-29E4-EAC62F2EF71F}"/>
              </a:ext>
            </a:extLst>
          </p:cNvPr>
          <p:cNvSpPr txBox="1"/>
          <p:nvPr/>
        </p:nvSpPr>
        <p:spPr>
          <a:xfrm>
            <a:off x="357352" y="4630403"/>
            <a:ext cx="5265922" cy="188942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65125" lvl="1">
              <a:spcBef>
                <a:spcPts val="550"/>
              </a:spcBef>
            </a:pPr>
            <a:r>
              <a:rPr lang="en-IN" sz="2000" b="1" dirty="0">
                <a:solidFill>
                  <a:srgbClr val="00B05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rPr>
              <a:t>Supervisor</a:t>
            </a:r>
          </a:p>
          <a:p>
            <a:pPr marL="365125" lvl="1">
              <a:spcBef>
                <a:spcPts val="550"/>
              </a:spcBef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Dr. S. John Justin Thangaraj</a:t>
            </a:r>
            <a:endParaRPr lang="en-IN" sz="20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365125" lvl="1">
              <a:spcBef>
                <a:spcPts val="550"/>
              </a:spcBef>
            </a:pP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Dr. Santhakumar D</a:t>
            </a:r>
            <a:endParaRPr lang="en-IN" sz="20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 marL="365125" lvl="1">
              <a:spcBef>
                <a:spcPts val="550"/>
              </a:spcBef>
            </a:pPr>
            <a:r>
              <a:rPr lang="en-IN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Department of 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CSE</a:t>
            </a:r>
          </a:p>
          <a:p>
            <a:pPr marL="365125" lvl="1">
              <a:spcBef>
                <a:spcPts val="550"/>
              </a:spcBef>
            </a:pPr>
            <a:endParaRPr lang="en-IN" sz="2000" b="1" dirty="0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  <a:p>
            <a:pPr marL="365125" lvl="1">
              <a:spcBef>
                <a:spcPts val="550"/>
              </a:spcBef>
            </a:pPr>
            <a:endParaRPr lang="en-US" sz="2000" b="1" dirty="0">
              <a:latin typeface="Times New Roman" panose="02020503050405090304"/>
              <a:ea typeface="Times New Roman" panose="02020503050405090304"/>
              <a:cs typeface="Times New Roman" panose="02020503050405090304"/>
              <a:sym typeface="Times New Roman" panose="0202050305040509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401738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;p14">
            <a:extLst>
              <a:ext uri="{FF2B5EF4-FFF2-40B4-BE49-F238E27FC236}">
                <a16:creationId xmlns:a16="http://schemas.microsoft.com/office/drawing/2014/main" id="{8F073AE7-B8DF-3EB1-3ECE-5DEA9C7DBE5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6950" y="2572432"/>
            <a:ext cx="7237162" cy="5185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Operating System (DOS)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connects many computers and makes them work like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one computer becomes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busy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 another computer is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Migration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means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a running task from one computer to another computer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the system work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efficiently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usage and performance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 algn="just">
              <a:lnSpc>
                <a:spcPct val="150000"/>
              </a:lnSpc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4434BF-8A47-ECA0-7393-1BF6279EE7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43" b="9312"/>
          <a:stretch>
            <a:fillRect/>
          </a:stretch>
        </p:blipFill>
        <p:spPr>
          <a:xfrm>
            <a:off x="7823242" y="2304288"/>
            <a:ext cx="4025544" cy="34838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2F3907D-37E2-2E90-60AE-EE0079CCA2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27" b="8374"/>
          <a:stretch>
            <a:fillRect/>
          </a:stretch>
        </p:blipFill>
        <p:spPr>
          <a:xfrm>
            <a:off x="7935002" y="2368296"/>
            <a:ext cx="4019254" cy="34364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19016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B035B1-1C81-C1F3-1C7A-21727212D380}"/>
              </a:ext>
            </a:extLst>
          </p:cNvPr>
          <p:cNvSpPr txBox="1"/>
          <p:nvPr/>
        </p:nvSpPr>
        <p:spPr>
          <a:xfrm>
            <a:off x="704625" y="1794674"/>
            <a:ext cx="741883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distributed systems,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are not equally distributed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computers become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computers stay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this: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take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time to finish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efficiency becomes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are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wasted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tasks from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busy nodes → free nodes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the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across all computers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completion time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 efficiently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overloaded nodes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AD928-6F14-E275-E428-3C79AEFE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3367-3328-0DDA-84AC-84F7FE79F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6795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Module 1: Load Monitoring &amp; Detection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DF701F-11DC-AC72-5D4A-1208F556CA5D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BE7B17-F9D7-DD60-4459-D98F5DF252F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3130AE-7307-8FA2-B7FB-D5596C39BE9A}"/>
              </a:ext>
            </a:extLst>
          </p:cNvPr>
          <p:cNvSpPr txBox="1"/>
          <p:nvPr/>
        </p:nvSpPr>
        <p:spPr>
          <a:xfrm>
            <a:off x="924910" y="2566439"/>
            <a:ext cx="853529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usage of all nodes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the distributed system.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overloaded nodes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underutilized nodes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system metrics such as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load, process count, and resource usage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imbalance situations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the network.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the load information to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migration decision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br>
              <a:rPr lang="en-US" sz="2800" dirty="0"/>
            </a:br>
            <a:r>
              <a:rPr lang="en-US" sz="20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 the </a:t>
            </a:r>
            <a:r>
              <a:rPr lang="en-US" sz="20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workload across all computers</a:t>
            </a:r>
            <a:endParaRPr lang="en-US" sz="2000" b="0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 </a:t>
            </a:r>
            <a:r>
              <a:rPr lang="en-US" sz="20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</a:t>
            </a:r>
            <a:endParaRPr lang="en-US" sz="2000" b="0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 </a:t>
            </a:r>
            <a:r>
              <a:rPr lang="en-US" sz="20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 completion time</a:t>
            </a:r>
            <a:endParaRPr lang="en-US" sz="2000" b="0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 </a:t>
            </a:r>
            <a:r>
              <a:rPr lang="en-US" sz="20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resources efficiently</a:t>
            </a:r>
            <a:endParaRPr lang="en-US" sz="2000" b="0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Avoid </a:t>
            </a:r>
            <a:r>
              <a:rPr lang="en-US" sz="2000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overloaded nodes</a:t>
            </a:r>
            <a:endParaRPr lang="en-US" sz="2000" b="0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67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14B5-4045-58BA-AE24-02B96DF3D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387D1-12F9-F167-DF68-DE8961B6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6796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Module 2: Process Migration &amp; Allocation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15A1AE-004C-640A-36A9-EF51FEBDF58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586EAD-4A65-81C0-3186-2FDBBE0A5C4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F8A699-D309-26E9-7805-DB028EB33E1C}"/>
              </a:ext>
            </a:extLst>
          </p:cNvPr>
          <p:cNvSpPr txBox="1"/>
          <p:nvPr/>
        </p:nvSpPr>
        <p:spPr>
          <a:xfrm>
            <a:off x="827891" y="2703783"/>
            <a:ext cx="853529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processes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from overloaded nodes.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underloaded destination node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Transfers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state and memory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the selected node.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Resumes the process execution on the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node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workload and improved system performance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b="0" i="0" dirty="0"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07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1902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43A3489E-05D9-621B-3583-61534C3134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2595" y="2057490"/>
            <a:ext cx="6163056" cy="4038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process migration improves distributed system efficiency.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simulation shows: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Balanced resource usage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nodes</a:t>
            </a:r>
          </a:p>
          <a:p>
            <a:pPr lvl="1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task completion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migration overhead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 to performance improvement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computing, clusters, data centres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6696CF-1777-2900-8652-00D0FF485E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1954" y="2105321"/>
            <a:ext cx="3942430" cy="39424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918"/>
            <a:ext cx="10972800" cy="114300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BBF78D5B-E89D-D09D-6E54-0218E7A0D0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41120" y="1971099"/>
            <a:ext cx="9509760" cy="4419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Zhang, Z., &amp; Wang, C. (2025). Service Function Chain Migration: A Survey. Computers.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Maldonado Carrascosa, F. J., Seddiki, D., Jiménez Sánchez, A., et al. (2024). Multi-objective optimization of virtual machine migration among cloud data centers. Soft Computing.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Haris, R. M., Barhamgi, M., Nhlabatsi, A., et al. (2024). Optimizing pre-copy live virtual machine migration in cloud computing using machine learning-based prediction model. Computing.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Albalawi, N. S. (2025). Dynamic scheduling strategies for cloud-based load balancing in parallel and distributed systems. Journal of Cloud Computing.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Altahat, M. A., Daradkeh, T., &amp; Agarwal, A. (2025). Virtual machine scheduling and migration management across multi-cloud data centers: blockchain-based versus centralized frameworks. Journal of Cloud Computing.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632" y="2857500"/>
            <a:ext cx="10972800" cy="1143000"/>
          </a:xfrm>
        </p:spPr>
        <p:txBody>
          <a:bodyPr>
            <a:normAutofit/>
          </a:bodyPr>
          <a:lstStyle/>
          <a:p>
            <a:r>
              <a:rPr sz="5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sz="5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5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983</TotalTime>
  <Words>513</Words>
  <Application>Microsoft Office PowerPoint</Application>
  <PresentationFormat>Widescreen</PresentationFormat>
  <Paragraphs>63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INTRODUCTION</vt:lpstr>
      <vt:lpstr>PROBLEM STATEMENT</vt:lpstr>
      <vt:lpstr>Module 1: Load Monitoring &amp; Detection Module</vt:lpstr>
      <vt:lpstr>Module 2: Process Migration &amp; Allocation Module</vt:lpstr>
      <vt:lpstr>CONCLUSION</vt:lpstr>
      <vt:lpstr>REFERENCES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</dc:title>
  <dc:subject/>
  <dc:creator>Rohan</dc:creator>
  <cp:keywords>SSE</cp:keywords>
  <cp:lastModifiedBy>anna jeevan</cp:lastModifiedBy>
  <cp:revision>81</cp:revision>
  <dcterms:created xsi:type="dcterms:W3CDTF">2013-01-27T09:14:16Z</dcterms:created>
  <dcterms:modified xsi:type="dcterms:W3CDTF">2026-03-06T05:25:50Z</dcterms:modified>
  <cp:category/>
</cp:coreProperties>
</file>